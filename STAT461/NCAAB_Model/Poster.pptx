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"/>
  </p:notesMasterIdLst>
  <p:sldIdLst>
    <p:sldId id="256" r:id="rId2"/>
  </p:sldIdLst>
  <p:sldSz cx="36576000" cy="27432000"/>
  <p:notesSz cx="6858000" cy="9144000"/>
  <p:defaultTextStyle>
    <a:defPPr>
      <a:defRPr lang="en-US"/>
    </a:defPPr>
    <a:lvl1pPr algn="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" charset="0"/>
        <a:ea typeface="+mn-ea"/>
        <a:cs typeface="+mn-cs"/>
      </a:defRPr>
    </a:lvl1pPr>
    <a:lvl2pPr marL="380985" algn="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" charset="0"/>
        <a:ea typeface="+mn-ea"/>
        <a:cs typeface="+mn-cs"/>
      </a:defRPr>
    </a:lvl2pPr>
    <a:lvl3pPr marL="761970" algn="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" charset="0"/>
        <a:ea typeface="+mn-ea"/>
        <a:cs typeface="+mn-cs"/>
      </a:defRPr>
    </a:lvl3pPr>
    <a:lvl4pPr marL="1142954" algn="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" charset="0"/>
        <a:ea typeface="+mn-ea"/>
        <a:cs typeface="+mn-cs"/>
      </a:defRPr>
    </a:lvl4pPr>
    <a:lvl5pPr marL="1523939" algn="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" charset="0"/>
        <a:ea typeface="+mn-ea"/>
        <a:cs typeface="+mn-cs"/>
      </a:defRPr>
    </a:lvl5pPr>
    <a:lvl6pPr marL="1904924" algn="l" defTabSz="761970" rtl="0" eaLnBrk="1" latinLnBrk="0" hangingPunct="1">
      <a:defRPr sz="2000" kern="1200">
        <a:solidFill>
          <a:schemeClr val="tx1"/>
        </a:solidFill>
        <a:latin typeface="Times" charset="0"/>
        <a:ea typeface="+mn-ea"/>
        <a:cs typeface="+mn-cs"/>
      </a:defRPr>
    </a:lvl6pPr>
    <a:lvl7pPr marL="2285909" algn="l" defTabSz="761970" rtl="0" eaLnBrk="1" latinLnBrk="0" hangingPunct="1">
      <a:defRPr sz="2000" kern="1200">
        <a:solidFill>
          <a:schemeClr val="tx1"/>
        </a:solidFill>
        <a:latin typeface="Times" charset="0"/>
        <a:ea typeface="+mn-ea"/>
        <a:cs typeface="+mn-cs"/>
      </a:defRPr>
    </a:lvl7pPr>
    <a:lvl8pPr marL="2666893" algn="l" defTabSz="761970" rtl="0" eaLnBrk="1" latinLnBrk="0" hangingPunct="1">
      <a:defRPr sz="2000" kern="1200">
        <a:solidFill>
          <a:schemeClr val="tx1"/>
        </a:solidFill>
        <a:latin typeface="Times" charset="0"/>
        <a:ea typeface="+mn-ea"/>
        <a:cs typeface="+mn-cs"/>
      </a:defRPr>
    </a:lvl8pPr>
    <a:lvl9pPr marL="3047878" algn="l" defTabSz="761970" rtl="0" eaLnBrk="1" latinLnBrk="0" hangingPunct="1">
      <a:defRPr sz="2000" kern="1200">
        <a:solidFill>
          <a:schemeClr val="tx1"/>
        </a:solidFill>
        <a:latin typeface="Times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40" userDrawn="1">
          <p15:clr>
            <a:srgbClr val="A4A3A4"/>
          </p15:clr>
        </p15:guide>
        <p15:guide id="2" pos="115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C60E"/>
    <a:srgbClr val="F2A900"/>
    <a:srgbClr val="003057"/>
    <a:srgbClr val="AD8106"/>
    <a:srgbClr val="524727"/>
    <a:srgbClr val="52472B"/>
    <a:srgbClr val="CAC7A7"/>
    <a:srgbClr val="C8102E"/>
    <a:srgbClr val="4C45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308C7B-2A9A-48E8-B489-695563C20E1C}" v="18" dt="2025-05-07T19:38:54.3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17" autoAdjust="0"/>
    <p:restoredTop sz="91073" autoAdjust="0"/>
  </p:normalViewPr>
  <p:slideViewPr>
    <p:cSldViewPr>
      <p:cViewPr>
        <p:scale>
          <a:sx n="37" d="100"/>
          <a:sy n="37" d="100"/>
        </p:scale>
        <p:origin x="-10" y="-470"/>
      </p:cViewPr>
      <p:guideLst>
        <p:guide orient="horz" pos="8640"/>
        <p:guide pos="115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813EF-22C6-45D3-8F7B-D23D122608CB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D3DEDF-9509-4EA5-AF63-42A81E43D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189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D3DEDF-9509-4EA5-AF63-42A81E43DC5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170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729" y="8522229"/>
            <a:ext cx="31088542" cy="587904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136" y="15544271"/>
            <a:ext cx="25603729" cy="701145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80985" indent="0" algn="ctr">
              <a:buNone/>
              <a:defRPr/>
            </a:lvl2pPr>
            <a:lvl3pPr marL="761970" indent="0" algn="ctr">
              <a:buNone/>
              <a:defRPr/>
            </a:lvl3pPr>
            <a:lvl4pPr marL="1142954" indent="0" algn="ctr">
              <a:buNone/>
              <a:defRPr/>
            </a:lvl4pPr>
            <a:lvl5pPr marL="1523939" indent="0" algn="ctr">
              <a:buNone/>
              <a:defRPr/>
            </a:lvl5pPr>
            <a:lvl6pPr marL="1904924" indent="0" algn="ctr">
              <a:buNone/>
              <a:defRPr/>
            </a:lvl6pPr>
            <a:lvl7pPr marL="2285909" indent="0" algn="ctr">
              <a:buNone/>
              <a:defRPr/>
            </a:lvl7pPr>
            <a:lvl8pPr marL="2666893" indent="0" algn="ctr">
              <a:buNone/>
              <a:defRPr/>
            </a:lvl8pPr>
            <a:lvl9pPr marL="3047878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271" y="1098021"/>
            <a:ext cx="32919458" cy="4572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271" y="6400271"/>
            <a:ext cx="32919458" cy="1810411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9250" y="17627865"/>
            <a:ext cx="31089865" cy="5447771"/>
          </a:xfrm>
          <a:prstGeom prst="rect">
            <a:avLst/>
          </a:prstGeom>
        </p:spPr>
        <p:txBody>
          <a:bodyPr anchor="t"/>
          <a:lstStyle>
            <a:lvl1pPr algn="l">
              <a:defRPr sz="3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89250" y="11627115"/>
            <a:ext cx="31089865" cy="60007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667"/>
            </a:lvl1pPr>
            <a:lvl2pPr marL="380985" indent="0">
              <a:buNone/>
              <a:defRPr sz="1500"/>
            </a:lvl2pPr>
            <a:lvl3pPr marL="761970" indent="0">
              <a:buNone/>
              <a:defRPr sz="1333"/>
            </a:lvl3pPr>
            <a:lvl4pPr marL="1142954" indent="0">
              <a:buNone/>
              <a:defRPr sz="1167"/>
            </a:lvl4pPr>
            <a:lvl5pPr marL="1523939" indent="0">
              <a:buNone/>
              <a:defRPr sz="1167"/>
            </a:lvl5pPr>
            <a:lvl6pPr marL="1904924" indent="0">
              <a:buNone/>
              <a:defRPr sz="1167"/>
            </a:lvl6pPr>
            <a:lvl7pPr marL="2285909" indent="0">
              <a:buNone/>
              <a:defRPr sz="1167"/>
            </a:lvl7pPr>
            <a:lvl8pPr marL="2666893" indent="0">
              <a:buNone/>
              <a:defRPr sz="1167"/>
            </a:lvl8pPr>
            <a:lvl9pPr marL="3047878" indent="0">
              <a:buNone/>
              <a:defRPr sz="11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271" y="1098021"/>
            <a:ext cx="32919458" cy="4572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28271" y="6400271"/>
            <a:ext cx="16396229" cy="18104115"/>
          </a:xfrm>
          <a:prstGeom prst="rect">
            <a:avLst/>
          </a:prstGeom>
        </p:spPr>
        <p:txBody>
          <a:bodyPr/>
          <a:lstStyle>
            <a:lvl1pPr>
              <a:defRPr sz="2333"/>
            </a:lvl1pPr>
            <a:lvl2pPr>
              <a:defRPr sz="2000"/>
            </a:lvl2pPr>
            <a:lvl3pPr>
              <a:defRPr sz="1667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351501" y="6400271"/>
            <a:ext cx="16396229" cy="18104115"/>
          </a:xfrm>
          <a:prstGeom prst="rect">
            <a:avLst/>
          </a:prstGeom>
        </p:spPr>
        <p:txBody>
          <a:bodyPr/>
          <a:lstStyle>
            <a:lvl1pPr>
              <a:defRPr sz="2333"/>
            </a:lvl1pPr>
            <a:lvl2pPr>
              <a:defRPr sz="2000"/>
            </a:lvl2pPr>
            <a:lvl3pPr>
              <a:defRPr sz="1667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271" y="1098021"/>
            <a:ext cx="32919458" cy="4572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271" y="6140980"/>
            <a:ext cx="16160750" cy="255852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1"/>
            </a:lvl1pPr>
            <a:lvl2pPr marL="380985" indent="0">
              <a:buNone/>
              <a:defRPr sz="1667" b="1"/>
            </a:lvl2pPr>
            <a:lvl3pPr marL="761970" indent="0">
              <a:buNone/>
              <a:defRPr sz="1500" b="1"/>
            </a:lvl3pPr>
            <a:lvl4pPr marL="1142954" indent="0">
              <a:buNone/>
              <a:defRPr sz="1333" b="1"/>
            </a:lvl4pPr>
            <a:lvl5pPr marL="1523939" indent="0">
              <a:buNone/>
              <a:defRPr sz="1333" b="1"/>
            </a:lvl5pPr>
            <a:lvl6pPr marL="1904924" indent="0">
              <a:buNone/>
              <a:defRPr sz="1333" b="1"/>
            </a:lvl6pPr>
            <a:lvl7pPr marL="2285909" indent="0">
              <a:buNone/>
              <a:defRPr sz="1333" b="1"/>
            </a:lvl7pPr>
            <a:lvl8pPr marL="2666893" indent="0">
              <a:buNone/>
              <a:defRPr sz="1333" b="1"/>
            </a:lvl8pPr>
            <a:lvl9pPr marL="3047878" indent="0">
              <a:buNone/>
              <a:defRPr sz="13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8271" y="8699500"/>
            <a:ext cx="16160750" cy="15804886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667"/>
            </a:lvl2pPr>
            <a:lvl3pPr>
              <a:defRPr sz="15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80366" y="6140980"/>
            <a:ext cx="16167364" cy="255852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1"/>
            </a:lvl1pPr>
            <a:lvl2pPr marL="380985" indent="0">
              <a:buNone/>
              <a:defRPr sz="1667" b="1"/>
            </a:lvl2pPr>
            <a:lvl3pPr marL="761970" indent="0">
              <a:buNone/>
              <a:defRPr sz="1500" b="1"/>
            </a:lvl3pPr>
            <a:lvl4pPr marL="1142954" indent="0">
              <a:buNone/>
              <a:defRPr sz="1333" b="1"/>
            </a:lvl4pPr>
            <a:lvl5pPr marL="1523939" indent="0">
              <a:buNone/>
              <a:defRPr sz="1333" b="1"/>
            </a:lvl5pPr>
            <a:lvl6pPr marL="1904924" indent="0">
              <a:buNone/>
              <a:defRPr sz="1333" b="1"/>
            </a:lvl6pPr>
            <a:lvl7pPr marL="2285909" indent="0">
              <a:buNone/>
              <a:defRPr sz="1333" b="1"/>
            </a:lvl7pPr>
            <a:lvl8pPr marL="2666893" indent="0">
              <a:buNone/>
              <a:defRPr sz="1333" b="1"/>
            </a:lvl8pPr>
            <a:lvl9pPr marL="3047878" indent="0">
              <a:buNone/>
              <a:defRPr sz="13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80366" y="8699500"/>
            <a:ext cx="16167364" cy="15804886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667"/>
            </a:lvl2pPr>
            <a:lvl3pPr>
              <a:defRPr sz="15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271" y="1098021"/>
            <a:ext cx="32919458" cy="4572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271" y="1092729"/>
            <a:ext cx="12033250" cy="4647407"/>
          </a:xfrm>
          <a:prstGeom prst="rect">
            <a:avLst/>
          </a:prstGeom>
        </p:spPr>
        <p:txBody>
          <a:bodyPr anchor="b"/>
          <a:lstStyle>
            <a:lvl1pPr algn="l">
              <a:defRPr sz="1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00729" y="1092729"/>
            <a:ext cx="20447000" cy="23411657"/>
          </a:xfrm>
          <a:prstGeom prst="rect">
            <a:avLst/>
          </a:prstGeom>
        </p:spPr>
        <p:txBody>
          <a:bodyPr/>
          <a:lstStyle>
            <a:lvl1pPr>
              <a:defRPr sz="2667"/>
            </a:lvl1pPr>
            <a:lvl2pPr>
              <a:defRPr sz="2333"/>
            </a:lvl2pPr>
            <a:lvl3pPr>
              <a:defRPr sz="2000"/>
            </a:lvl3pPr>
            <a:lvl4pPr>
              <a:defRPr sz="1667"/>
            </a:lvl4pPr>
            <a:lvl5pPr>
              <a:defRPr sz="1667"/>
            </a:lvl5pPr>
            <a:lvl6pPr>
              <a:defRPr sz="1667"/>
            </a:lvl6pPr>
            <a:lvl7pPr>
              <a:defRPr sz="1667"/>
            </a:lvl7pPr>
            <a:lvl8pPr>
              <a:defRPr sz="1667"/>
            </a:lvl8pPr>
            <a:lvl9pPr>
              <a:defRPr sz="1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271" y="5740136"/>
            <a:ext cx="12033250" cy="18764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67"/>
            </a:lvl1pPr>
            <a:lvl2pPr marL="380985" indent="0">
              <a:buNone/>
              <a:defRPr sz="1000"/>
            </a:lvl2pPr>
            <a:lvl3pPr marL="761970" indent="0">
              <a:buNone/>
              <a:defRPr sz="833"/>
            </a:lvl3pPr>
            <a:lvl4pPr marL="1142954" indent="0">
              <a:buNone/>
              <a:defRPr sz="750"/>
            </a:lvl4pPr>
            <a:lvl5pPr marL="1523939" indent="0">
              <a:buNone/>
              <a:defRPr sz="750"/>
            </a:lvl5pPr>
            <a:lvl6pPr marL="1904924" indent="0">
              <a:buNone/>
              <a:defRPr sz="750"/>
            </a:lvl6pPr>
            <a:lvl7pPr marL="2285909" indent="0">
              <a:buNone/>
              <a:defRPr sz="750"/>
            </a:lvl7pPr>
            <a:lvl8pPr marL="2666893" indent="0">
              <a:buNone/>
              <a:defRPr sz="750"/>
            </a:lvl8pPr>
            <a:lvl9pPr marL="3047878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8886" y="19202136"/>
            <a:ext cx="21945864" cy="2267479"/>
          </a:xfrm>
          <a:prstGeom prst="rect">
            <a:avLst/>
          </a:prstGeom>
        </p:spPr>
        <p:txBody>
          <a:bodyPr anchor="b"/>
          <a:lstStyle>
            <a:lvl1pPr algn="l">
              <a:defRPr sz="1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168886" y="2451365"/>
            <a:ext cx="21945864" cy="164584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67"/>
            </a:lvl1pPr>
            <a:lvl2pPr marL="380985" indent="0">
              <a:buNone/>
              <a:defRPr sz="2333"/>
            </a:lvl2pPr>
            <a:lvl3pPr marL="761970" indent="0">
              <a:buNone/>
              <a:defRPr sz="2000"/>
            </a:lvl3pPr>
            <a:lvl4pPr marL="1142954" indent="0">
              <a:buNone/>
              <a:defRPr sz="1667"/>
            </a:lvl4pPr>
            <a:lvl5pPr marL="1523939" indent="0">
              <a:buNone/>
              <a:defRPr sz="1667"/>
            </a:lvl5pPr>
            <a:lvl6pPr marL="1904924" indent="0">
              <a:buNone/>
              <a:defRPr sz="1667"/>
            </a:lvl6pPr>
            <a:lvl7pPr marL="2285909" indent="0">
              <a:buNone/>
              <a:defRPr sz="1667"/>
            </a:lvl7pPr>
            <a:lvl8pPr marL="2666893" indent="0">
              <a:buNone/>
              <a:defRPr sz="1667"/>
            </a:lvl8pPr>
            <a:lvl9pPr marL="3047878" indent="0">
              <a:buNone/>
              <a:defRPr sz="1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8886" y="21469615"/>
            <a:ext cx="21945864" cy="32186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67"/>
            </a:lvl1pPr>
            <a:lvl2pPr marL="380985" indent="0">
              <a:buNone/>
              <a:defRPr sz="1000"/>
            </a:lvl2pPr>
            <a:lvl3pPr marL="761970" indent="0">
              <a:buNone/>
              <a:defRPr sz="833"/>
            </a:lvl3pPr>
            <a:lvl4pPr marL="1142954" indent="0">
              <a:buNone/>
              <a:defRPr sz="750"/>
            </a:lvl4pPr>
            <a:lvl5pPr marL="1523939" indent="0">
              <a:buNone/>
              <a:defRPr sz="750"/>
            </a:lvl5pPr>
            <a:lvl6pPr marL="1904924" indent="0">
              <a:buNone/>
              <a:defRPr sz="750"/>
            </a:lvl6pPr>
            <a:lvl7pPr marL="2285909" indent="0">
              <a:buNone/>
              <a:defRPr sz="750"/>
            </a:lvl7pPr>
            <a:lvl8pPr marL="2666893" indent="0">
              <a:buNone/>
              <a:defRPr sz="750"/>
            </a:lvl8pPr>
            <a:lvl9pPr marL="3047878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271" y="1098021"/>
            <a:ext cx="32919458" cy="4572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28271" y="6400271"/>
            <a:ext cx="32919458" cy="1810411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517866" y="1098021"/>
            <a:ext cx="8229864" cy="2340636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28271" y="1098021"/>
            <a:ext cx="24562594" cy="2340636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7"/>
          <p:cNvSpPr>
            <a:spLocks noChangeArrowheads="1"/>
          </p:cNvSpPr>
          <p:nvPr userDrawn="1"/>
        </p:nvSpPr>
        <p:spPr bwMode="auto">
          <a:xfrm>
            <a:off x="0" y="0"/>
            <a:ext cx="36576000" cy="2984500"/>
          </a:xfrm>
          <a:prstGeom prst="rect">
            <a:avLst/>
          </a:prstGeom>
          <a:solidFill>
            <a:srgbClr val="C8102E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667"/>
          </a:p>
        </p:txBody>
      </p:sp>
      <p:sp>
        <p:nvSpPr>
          <p:cNvPr id="1032" name="Rectangle 8"/>
          <p:cNvSpPr>
            <a:spLocks noChangeArrowheads="1"/>
          </p:cNvSpPr>
          <p:nvPr userDrawn="1"/>
        </p:nvSpPr>
        <p:spPr bwMode="auto">
          <a:xfrm>
            <a:off x="0" y="26225500"/>
            <a:ext cx="36576000" cy="1206500"/>
          </a:xfrm>
          <a:prstGeom prst="rect">
            <a:avLst/>
          </a:prstGeom>
          <a:solidFill>
            <a:srgbClr val="C8102E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667"/>
          </a:p>
        </p:txBody>
      </p:sp>
      <p:sp>
        <p:nvSpPr>
          <p:cNvPr id="1033" name="Rectangle 9"/>
          <p:cNvSpPr>
            <a:spLocks noChangeArrowheads="1"/>
          </p:cNvSpPr>
          <p:nvPr userDrawn="1"/>
        </p:nvSpPr>
        <p:spPr bwMode="auto">
          <a:xfrm>
            <a:off x="0" y="2984500"/>
            <a:ext cx="36576000" cy="1333500"/>
          </a:xfrm>
          <a:prstGeom prst="rect">
            <a:avLst/>
          </a:prstGeom>
          <a:solidFill>
            <a:srgbClr val="CAC7A7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667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5" y="391713"/>
            <a:ext cx="13588991" cy="101773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657719" rtl="0" fontAlgn="base">
        <a:spcBef>
          <a:spcPct val="0"/>
        </a:spcBef>
        <a:spcAft>
          <a:spcPct val="0"/>
        </a:spcAft>
        <a:defRPr sz="17583">
          <a:solidFill>
            <a:schemeClr val="tx2"/>
          </a:solidFill>
          <a:latin typeface="+mj-lt"/>
          <a:ea typeface="+mj-ea"/>
          <a:cs typeface="+mj-cs"/>
        </a:defRPr>
      </a:lvl1pPr>
      <a:lvl2pPr algn="ctr" defTabSz="3657719" rtl="0" fontAlgn="base">
        <a:spcBef>
          <a:spcPct val="0"/>
        </a:spcBef>
        <a:spcAft>
          <a:spcPct val="0"/>
        </a:spcAft>
        <a:defRPr sz="17583">
          <a:solidFill>
            <a:schemeClr val="tx2"/>
          </a:solidFill>
          <a:latin typeface="Times" charset="0"/>
        </a:defRPr>
      </a:lvl2pPr>
      <a:lvl3pPr algn="ctr" defTabSz="3657719" rtl="0" fontAlgn="base">
        <a:spcBef>
          <a:spcPct val="0"/>
        </a:spcBef>
        <a:spcAft>
          <a:spcPct val="0"/>
        </a:spcAft>
        <a:defRPr sz="17583">
          <a:solidFill>
            <a:schemeClr val="tx2"/>
          </a:solidFill>
          <a:latin typeface="Times" charset="0"/>
        </a:defRPr>
      </a:lvl3pPr>
      <a:lvl4pPr algn="ctr" defTabSz="3657719" rtl="0" fontAlgn="base">
        <a:spcBef>
          <a:spcPct val="0"/>
        </a:spcBef>
        <a:spcAft>
          <a:spcPct val="0"/>
        </a:spcAft>
        <a:defRPr sz="17583">
          <a:solidFill>
            <a:schemeClr val="tx2"/>
          </a:solidFill>
          <a:latin typeface="Times" charset="0"/>
        </a:defRPr>
      </a:lvl4pPr>
      <a:lvl5pPr algn="ctr" defTabSz="3657719" rtl="0" fontAlgn="base">
        <a:spcBef>
          <a:spcPct val="0"/>
        </a:spcBef>
        <a:spcAft>
          <a:spcPct val="0"/>
        </a:spcAft>
        <a:defRPr sz="17583">
          <a:solidFill>
            <a:schemeClr val="tx2"/>
          </a:solidFill>
          <a:latin typeface="Times" charset="0"/>
        </a:defRPr>
      </a:lvl5pPr>
      <a:lvl6pPr marL="380985" algn="ctr" defTabSz="3657719" rtl="0" fontAlgn="base">
        <a:spcBef>
          <a:spcPct val="0"/>
        </a:spcBef>
        <a:spcAft>
          <a:spcPct val="0"/>
        </a:spcAft>
        <a:defRPr sz="17583">
          <a:solidFill>
            <a:schemeClr val="tx2"/>
          </a:solidFill>
          <a:latin typeface="Times" charset="0"/>
        </a:defRPr>
      </a:lvl6pPr>
      <a:lvl7pPr marL="761970" algn="ctr" defTabSz="3657719" rtl="0" fontAlgn="base">
        <a:spcBef>
          <a:spcPct val="0"/>
        </a:spcBef>
        <a:spcAft>
          <a:spcPct val="0"/>
        </a:spcAft>
        <a:defRPr sz="17583">
          <a:solidFill>
            <a:schemeClr val="tx2"/>
          </a:solidFill>
          <a:latin typeface="Times" charset="0"/>
        </a:defRPr>
      </a:lvl7pPr>
      <a:lvl8pPr marL="1142954" algn="ctr" defTabSz="3657719" rtl="0" fontAlgn="base">
        <a:spcBef>
          <a:spcPct val="0"/>
        </a:spcBef>
        <a:spcAft>
          <a:spcPct val="0"/>
        </a:spcAft>
        <a:defRPr sz="17583">
          <a:solidFill>
            <a:schemeClr val="tx2"/>
          </a:solidFill>
          <a:latin typeface="Times" charset="0"/>
        </a:defRPr>
      </a:lvl8pPr>
      <a:lvl9pPr marL="1523939" algn="ctr" defTabSz="3657719" rtl="0" fontAlgn="base">
        <a:spcBef>
          <a:spcPct val="0"/>
        </a:spcBef>
        <a:spcAft>
          <a:spcPct val="0"/>
        </a:spcAft>
        <a:defRPr sz="17583">
          <a:solidFill>
            <a:schemeClr val="tx2"/>
          </a:solidFill>
          <a:latin typeface="Times" charset="0"/>
        </a:defRPr>
      </a:lvl9pPr>
    </p:titleStyle>
    <p:bodyStyle>
      <a:lvl1pPr marL="1371810" indent="-1371810" algn="l" defTabSz="3657719" rtl="0" fontAlgn="base">
        <a:spcBef>
          <a:spcPct val="20000"/>
        </a:spcBef>
        <a:spcAft>
          <a:spcPct val="0"/>
        </a:spcAft>
        <a:buChar char="•"/>
        <a:defRPr sz="12833">
          <a:solidFill>
            <a:schemeClr val="tx1"/>
          </a:solidFill>
          <a:latin typeface="+mn-lt"/>
          <a:ea typeface="+mn-ea"/>
          <a:cs typeface="+mn-cs"/>
        </a:defRPr>
      </a:lvl1pPr>
      <a:lvl2pPr marL="2971152" indent="-1142954" algn="l" defTabSz="3657719" rtl="0" fontAlgn="base">
        <a:spcBef>
          <a:spcPct val="20000"/>
        </a:spcBef>
        <a:spcAft>
          <a:spcPct val="0"/>
        </a:spcAft>
        <a:buChar char="–"/>
        <a:defRPr sz="11166">
          <a:solidFill>
            <a:schemeClr val="tx1"/>
          </a:solidFill>
          <a:latin typeface="+mn-lt"/>
        </a:defRPr>
      </a:lvl2pPr>
      <a:lvl3pPr marL="4571817" indent="-914099" algn="l" defTabSz="3657719" rtl="0" fontAlgn="base">
        <a:spcBef>
          <a:spcPct val="20000"/>
        </a:spcBef>
        <a:spcAft>
          <a:spcPct val="0"/>
        </a:spcAft>
        <a:buChar char="•"/>
        <a:defRPr sz="9583">
          <a:solidFill>
            <a:schemeClr val="tx1"/>
          </a:solidFill>
          <a:latin typeface="+mn-lt"/>
        </a:defRPr>
      </a:lvl3pPr>
      <a:lvl4pPr marL="6400015" indent="-914099" algn="l" defTabSz="3657719" rtl="0" fontAlgn="base">
        <a:spcBef>
          <a:spcPct val="20000"/>
        </a:spcBef>
        <a:spcAft>
          <a:spcPct val="0"/>
        </a:spcAft>
        <a:buChar char="–"/>
        <a:defRPr sz="8000">
          <a:solidFill>
            <a:schemeClr val="tx1"/>
          </a:solidFill>
          <a:latin typeface="+mn-lt"/>
        </a:defRPr>
      </a:lvl4pPr>
      <a:lvl5pPr marL="8229536" indent="-914099" algn="l" defTabSz="3657719" rtl="0" fontAlgn="base">
        <a:spcBef>
          <a:spcPct val="20000"/>
        </a:spcBef>
        <a:spcAft>
          <a:spcPct val="0"/>
        </a:spcAft>
        <a:buChar char="»"/>
        <a:defRPr sz="8000">
          <a:solidFill>
            <a:schemeClr val="tx1"/>
          </a:solidFill>
          <a:latin typeface="+mn-lt"/>
        </a:defRPr>
      </a:lvl5pPr>
      <a:lvl6pPr marL="8610521" indent="-914099" algn="l" defTabSz="3657719" rtl="0" fontAlgn="base">
        <a:spcBef>
          <a:spcPct val="20000"/>
        </a:spcBef>
        <a:spcAft>
          <a:spcPct val="0"/>
        </a:spcAft>
        <a:buChar char="»"/>
        <a:defRPr sz="8000">
          <a:solidFill>
            <a:schemeClr val="tx1"/>
          </a:solidFill>
          <a:latin typeface="+mn-lt"/>
        </a:defRPr>
      </a:lvl6pPr>
      <a:lvl7pPr marL="8991505" indent="-914099" algn="l" defTabSz="3657719" rtl="0" fontAlgn="base">
        <a:spcBef>
          <a:spcPct val="20000"/>
        </a:spcBef>
        <a:spcAft>
          <a:spcPct val="0"/>
        </a:spcAft>
        <a:buChar char="»"/>
        <a:defRPr sz="8000">
          <a:solidFill>
            <a:schemeClr val="tx1"/>
          </a:solidFill>
          <a:latin typeface="+mn-lt"/>
        </a:defRPr>
      </a:lvl7pPr>
      <a:lvl8pPr marL="9372490" indent="-914099" algn="l" defTabSz="3657719" rtl="0" fontAlgn="base">
        <a:spcBef>
          <a:spcPct val="20000"/>
        </a:spcBef>
        <a:spcAft>
          <a:spcPct val="0"/>
        </a:spcAft>
        <a:buChar char="»"/>
        <a:defRPr sz="8000">
          <a:solidFill>
            <a:schemeClr val="tx1"/>
          </a:solidFill>
          <a:latin typeface="+mn-lt"/>
        </a:defRPr>
      </a:lvl8pPr>
      <a:lvl9pPr marL="9753475" indent="-914099" algn="l" defTabSz="3657719" rtl="0" fontAlgn="base">
        <a:spcBef>
          <a:spcPct val="20000"/>
        </a:spcBef>
        <a:spcAft>
          <a:spcPct val="0"/>
        </a:spcAft>
        <a:buChar char="»"/>
        <a:defRPr sz="8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jpe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Text Box 11"/>
          <p:cNvSpPr txBox="1">
            <a:spLocks noChangeArrowheads="1"/>
          </p:cNvSpPr>
          <p:nvPr/>
        </p:nvSpPr>
        <p:spPr bwMode="auto">
          <a:xfrm>
            <a:off x="1270000" y="1612636"/>
            <a:ext cx="1141357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6000" b="1" dirty="0">
                <a:solidFill>
                  <a:srgbClr val="FFFFFF"/>
                </a:solidFill>
                <a:latin typeface="Arial" charset="0"/>
              </a:rPr>
              <a:t>STAT 4610X – Sports Analytics</a:t>
            </a:r>
          </a:p>
        </p:txBody>
      </p:sp>
      <p:sp>
        <p:nvSpPr>
          <p:cNvPr id="2060" name="Text Box 12"/>
          <p:cNvSpPr txBox="1">
            <a:spLocks noChangeArrowheads="1"/>
          </p:cNvSpPr>
          <p:nvPr/>
        </p:nvSpPr>
        <p:spPr bwMode="auto">
          <a:xfrm>
            <a:off x="19367500" y="1383771"/>
            <a:ext cx="16002000" cy="11193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90492" lvl="2">
              <a:lnSpc>
                <a:spcPct val="75000"/>
              </a:lnSpc>
              <a:spcBef>
                <a:spcPct val="50000"/>
              </a:spcBef>
            </a:pPr>
            <a:r>
              <a:rPr lang="en-US" sz="3333" b="1" dirty="0">
                <a:solidFill>
                  <a:schemeClr val="bg1"/>
                </a:solidFill>
                <a:latin typeface="Arial" charset="0"/>
              </a:rPr>
              <a:t>Final Poster Presentation</a:t>
            </a:r>
          </a:p>
          <a:p>
            <a:pPr marL="190492" lvl="2">
              <a:lnSpc>
                <a:spcPct val="75000"/>
              </a:lnSpc>
              <a:spcBef>
                <a:spcPct val="50000"/>
              </a:spcBef>
            </a:pPr>
            <a:r>
              <a:rPr lang="en-US" sz="3333" b="1" dirty="0">
                <a:solidFill>
                  <a:schemeClr val="bg1"/>
                </a:solidFill>
                <a:latin typeface="Arial" charset="0"/>
              </a:rPr>
              <a:t>2025-05-14</a:t>
            </a:r>
          </a:p>
        </p:txBody>
      </p:sp>
      <p:sp>
        <p:nvSpPr>
          <p:cNvPr id="2061" name="Text Box 13"/>
          <p:cNvSpPr txBox="1">
            <a:spLocks noChangeArrowheads="1"/>
          </p:cNvSpPr>
          <p:nvPr/>
        </p:nvSpPr>
        <p:spPr bwMode="auto">
          <a:xfrm>
            <a:off x="1333500" y="3175000"/>
            <a:ext cx="3251200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5000" b="1" dirty="0">
                <a:solidFill>
                  <a:srgbClr val="524727"/>
                </a:solidFill>
                <a:latin typeface="Arial" charset="0"/>
              </a:rPr>
              <a:t>Evan Litzer: Random Forest Bracket Model</a:t>
            </a:r>
          </a:p>
        </p:txBody>
      </p:sp>
      <p:sp>
        <p:nvSpPr>
          <p:cNvPr id="2062" name="Text Box 14"/>
          <p:cNvSpPr txBox="1">
            <a:spLocks noChangeArrowheads="1"/>
          </p:cNvSpPr>
          <p:nvPr/>
        </p:nvSpPr>
        <p:spPr bwMode="auto">
          <a:xfrm>
            <a:off x="1206500" y="26491407"/>
            <a:ext cx="12192000" cy="285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75000"/>
              </a:lnSpc>
              <a:spcBef>
                <a:spcPct val="50000"/>
              </a:spcBef>
            </a:pPr>
            <a:r>
              <a:rPr lang="en-US" sz="1667" dirty="0">
                <a:solidFill>
                  <a:schemeClr val="bg1"/>
                </a:solidFill>
                <a:latin typeface="Arial" charset="0"/>
              </a:rPr>
              <a:t>Acknowledgments: NCAA.com, Getty Images</a:t>
            </a:r>
            <a:endParaRPr lang="en-US" sz="4000" dirty="0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BB9311D-3589-0B46-2B4C-39916F502665}"/>
              </a:ext>
            </a:extLst>
          </p:cNvPr>
          <p:cNvCxnSpPr>
            <a:cxnSpLocks/>
          </p:cNvCxnSpPr>
          <p:nvPr/>
        </p:nvCxnSpPr>
        <p:spPr bwMode="auto">
          <a:xfrm>
            <a:off x="11582400" y="4343400"/>
            <a:ext cx="0" cy="2179320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39B9495-E2CC-6445-5423-2B2CCF113E21}"/>
              </a:ext>
            </a:extLst>
          </p:cNvPr>
          <p:cNvCxnSpPr>
            <a:cxnSpLocks/>
          </p:cNvCxnSpPr>
          <p:nvPr/>
        </p:nvCxnSpPr>
        <p:spPr bwMode="auto">
          <a:xfrm>
            <a:off x="24993600" y="4343400"/>
            <a:ext cx="0" cy="2179320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BAB292A1-FF0E-9942-9F37-F45C28109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0058400"/>
            <a:ext cx="8986617" cy="51054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B448A95-86C0-0E51-06A6-49EE211CBB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1" y="16379140"/>
            <a:ext cx="8066933" cy="4851540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07FEFAC-FDDC-2D88-70BF-9BB6B93A1C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50" t="3333" r="10001" b="5803"/>
          <a:stretch/>
        </p:blipFill>
        <p:spPr bwMode="auto">
          <a:xfrm>
            <a:off x="8792631" y="19050000"/>
            <a:ext cx="2362199" cy="2341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7FDEE472-A5E3-8000-F43B-D8BD97ECD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4531" y="15363825"/>
            <a:ext cx="2457450" cy="353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C9FEC4A-5662-65D4-4BC6-E9413F9142B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5671"/>
          <a:stretch/>
        </p:blipFill>
        <p:spPr>
          <a:xfrm>
            <a:off x="288768" y="15357072"/>
            <a:ext cx="7255032" cy="96165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45BFA03-3596-A569-A6BA-85B6C1B3A8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258" y="21640800"/>
            <a:ext cx="9690100" cy="434640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35E8579-AEC2-50D5-E138-26C16AF446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55632" y="4544988"/>
            <a:ext cx="7880167" cy="387309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6DEA6A9-C6A0-7F46-7558-3D941018650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06500" y="4708658"/>
            <a:ext cx="9050117" cy="5060281"/>
          </a:xfrm>
          <a:prstGeom prst="rect">
            <a:avLst/>
          </a:prstGeom>
        </p:spPr>
      </p:pic>
      <p:sp>
        <p:nvSpPr>
          <p:cNvPr id="38" name="Star: 10 Points 37">
            <a:extLst>
              <a:ext uri="{FF2B5EF4-FFF2-40B4-BE49-F238E27FC236}">
                <a16:creationId xmlns:a16="http://schemas.microsoft.com/office/drawing/2014/main" id="{385EBB9E-EFB6-2F01-F091-90C5D057569E}"/>
              </a:ext>
            </a:extLst>
          </p:cNvPr>
          <p:cNvSpPr/>
          <p:nvPr/>
        </p:nvSpPr>
        <p:spPr bwMode="auto">
          <a:xfrm>
            <a:off x="21068132" y="4377872"/>
            <a:ext cx="2553868" cy="2339413"/>
          </a:xfrm>
          <a:prstGeom prst="star10">
            <a:avLst/>
          </a:prstGeom>
          <a:solidFill>
            <a:srgbClr val="FFFF00"/>
          </a:solidFill>
          <a:ln w="762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>
              <a:buNone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Alegreya"/>
              </a:rPr>
              <a:t>Lots of little decision trees all voting together to pick the best answer!</a:t>
            </a:r>
            <a:endParaRPr lang="en-US" sz="1800" b="0" dirty="0">
              <a:effectLst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0360B896-C60E-91F8-E3EE-A0005A623B8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286618" y="8610599"/>
            <a:ext cx="7654582" cy="4291739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5A281958-DAAE-7599-3F8C-5E07439F113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161936" y="8494534"/>
            <a:ext cx="3257160" cy="111347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5E21D3BC-6708-D566-E9DD-6DDC84F3A60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639467" y="9737273"/>
            <a:ext cx="4302098" cy="2454727"/>
          </a:xfrm>
          <a:prstGeom prst="rect">
            <a:avLst/>
          </a:prstGeom>
          <a:ln w="38100">
            <a:solidFill>
              <a:schemeClr val="accent2"/>
            </a:solidFill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EFFC5957-04F5-E8BE-532F-2EFF5996194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013855" y="12321269"/>
            <a:ext cx="3553321" cy="75258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CDE56720-95CA-5A20-0DD7-6AA6EB126A0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16" r="5740"/>
          <a:stretch/>
        </p:blipFill>
        <p:spPr>
          <a:xfrm>
            <a:off x="12420601" y="18842124"/>
            <a:ext cx="11538941" cy="7107307"/>
          </a:xfrm>
          <a:prstGeom prst="rect">
            <a:avLst/>
          </a:prstGeom>
        </p:spPr>
      </p:pic>
      <p:pic>
        <p:nvPicPr>
          <p:cNvPr id="1034" name="Picture 10" descr="UMBC Retrievers - Wikipedia">
            <a:extLst>
              <a:ext uri="{FF2B5EF4-FFF2-40B4-BE49-F238E27FC236}">
                <a16:creationId xmlns:a16="http://schemas.microsoft.com/office/drawing/2014/main" id="{DCA637DC-4032-4B28-3A8B-60456F16C4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07412" y="22945228"/>
            <a:ext cx="2225214" cy="2071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ADAB6022-5708-333A-23E8-BB38DCE25E86}"/>
              </a:ext>
            </a:extLst>
          </p:cNvPr>
          <p:cNvSpPr/>
          <p:nvPr/>
        </p:nvSpPr>
        <p:spPr bwMode="auto">
          <a:xfrm>
            <a:off x="25146627" y="24929571"/>
            <a:ext cx="2286000" cy="893073"/>
          </a:xfrm>
          <a:prstGeom prst="rect">
            <a:avLst/>
          </a:prstGeom>
          <a:solidFill>
            <a:srgbClr val="AD8106"/>
          </a:solidFill>
          <a:ln w="38100" cap="flat" cmpd="sng" algn="ctr">
            <a:solidFill>
              <a:srgbClr val="FFC60E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rPr>
              <a:t>In 2018, 1 seeds were 139-0 against 16 seeds. Then UMBC shocked the world!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1F85B63C-6ADD-65DA-0DCB-EA803329A79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930269" y="13444315"/>
            <a:ext cx="9177131" cy="484368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708BCE26-AEC0-A012-0958-1C0C1B6411D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1430811" y="12972563"/>
            <a:ext cx="3143689" cy="3486637"/>
          </a:xfrm>
          <a:prstGeom prst="rect">
            <a:avLst/>
          </a:prstGeom>
        </p:spPr>
      </p:pic>
      <p:pic>
        <p:nvPicPr>
          <p:cNvPr id="1036" name="Picture 1035">
            <a:extLst>
              <a:ext uri="{FF2B5EF4-FFF2-40B4-BE49-F238E27FC236}">
                <a16:creationId xmlns:a16="http://schemas.microsoft.com/office/drawing/2014/main" id="{D2F1739E-194F-D7AC-148E-549C45C78F4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074457" y="4336949"/>
            <a:ext cx="11501541" cy="6351218"/>
          </a:xfrm>
          <a:prstGeom prst="rect">
            <a:avLst/>
          </a:prstGeom>
        </p:spPr>
      </p:pic>
      <p:sp>
        <p:nvSpPr>
          <p:cNvPr id="1037" name="TextBox 1036">
            <a:extLst>
              <a:ext uri="{FF2B5EF4-FFF2-40B4-BE49-F238E27FC236}">
                <a16:creationId xmlns:a16="http://schemas.microsoft.com/office/drawing/2014/main" id="{1DDBCF86-EFBA-0E53-7449-E3D68154E5F9}"/>
              </a:ext>
            </a:extLst>
          </p:cNvPr>
          <p:cNvSpPr txBox="1"/>
          <p:nvPr/>
        </p:nvSpPr>
        <p:spPr>
          <a:xfrm>
            <a:off x="29097557" y="10288057"/>
            <a:ext cx="3454693" cy="40011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2025 Score: 101 Points</a:t>
            </a:r>
          </a:p>
        </p:txBody>
      </p:sp>
      <p:sp>
        <p:nvSpPr>
          <p:cNvPr id="1039" name="Arrow: Left 1038">
            <a:extLst>
              <a:ext uri="{FF2B5EF4-FFF2-40B4-BE49-F238E27FC236}">
                <a16:creationId xmlns:a16="http://schemas.microsoft.com/office/drawing/2014/main" id="{87BC82C2-8514-7A85-D870-3DC0AAB21528}"/>
              </a:ext>
            </a:extLst>
          </p:cNvPr>
          <p:cNvSpPr/>
          <p:nvPr/>
        </p:nvSpPr>
        <p:spPr bwMode="auto">
          <a:xfrm>
            <a:off x="16785518" y="10787526"/>
            <a:ext cx="695534" cy="457200"/>
          </a:xfrm>
          <a:prstGeom prst="leftArrow">
            <a:avLst>
              <a:gd name="adj1" fmla="val 50000"/>
              <a:gd name="adj2" fmla="val 61472"/>
            </a:avLst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pic>
        <p:nvPicPr>
          <p:cNvPr id="1041" name="Picture 1040">
            <a:extLst>
              <a:ext uri="{FF2B5EF4-FFF2-40B4-BE49-F238E27FC236}">
                <a16:creationId xmlns:a16="http://schemas.microsoft.com/office/drawing/2014/main" id="{197B097E-CEEC-1CC7-C2A3-EF995A838AA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1459390" y="16528251"/>
            <a:ext cx="3115110" cy="1771897"/>
          </a:xfrm>
          <a:prstGeom prst="rect">
            <a:avLst/>
          </a:prstGeom>
        </p:spPr>
      </p:pic>
      <p:pic>
        <p:nvPicPr>
          <p:cNvPr id="1047" name="Picture 1046">
            <a:extLst>
              <a:ext uri="{FF2B5EF4-FFF2-40B4-BE49-F238E27FC236}">
                <a16:creationId xmlns:a16="http://schemas.microsoft.com/office/drawing/2014/main" id="{8E133529-B155-9846-1B6E-6608AAF55D50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5450800" y="15231945"/>
            <a:ext cx="7779162" cy="4364508"/>
          </a:xfrm>
          <a:prstGeom prst="rect">
            <a:avLst/>
          </a:prstGeom>
        </p:spPr>
      </p:pic>
      <p:pic>
        <p:nvPicPr>
          <p:cNvPr id="1049" name="Picture 1048">
            <a:extLst>
              <a:ext uri="{FF2B5EF4-FFF2-40B4-BE49-F238E27FC236}">
                <a16:creationId xmlns:a16="http://schemas.microsoft.com/office/drawing/2014/main" id="{31A8F5C6-6EAE-A2DC-0A79-9530980F94B2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8434544" y="10731260"/>
            <a:ext cx="7760456" cy="4364508"/>
          </a:xfrm>
          <a:prstGeom prst="rect">
            <a:avLst/>
          </a:prstGeom>
        </p:spPr>
      </p:pic>
      <p:pic>
        <p:nvPicPr>
          <p:cNvPr id="1051" name="Picture 1050" descr="A chart with numbers and a number of seeds&#10;&#10;AI-generated content may be incorrect.">
            <a:extLst>
              <a:ext uri="{FF2B5EF4-FFF2-40B4-BE49-F238E27FC236}">
                <a16:creationId xmlns:a16="http://schemas.microsoft.com/office/drawing/2014/main" id="{10AEAB5D-9EB7-6193-233A-107351B19D1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4497" y="22213885"/>
            <a:ext cx="8331671" cy="4999002"/>
          </a:xfrm>
          <a:prstGeom prst="rect">
            <a:avLst/>
          </a:prstGeom>
        </p:spPr>
      </p:pic>
      <p:sp>
        <p:nvSpPr>
          <p:cNvPr id="1052" name="Rectangle 1051">
            <a:extLst>
              <a:ext uri="{FF2B5EF4-FFF2-40B4-BE49-F238E27FC236}">
                <a16:creationId xmlns:a16="http://schemas.microsoft.com/office/drawing/2014/main" id="{FBCD67DE-6C67-332E-CDD4-86270B0CDF51}"/>
              </a:ext>
            </a:extLst>
          </p:cNvPr>
          <p:cNvSpPr/>
          <p:nvPr/>
        </p:nvSpPr>
        <p:spPr bwMode="auto">
          <a:xfrm>
            <a:off x="25349391" y="19853114"/>
            <a:ext cx="11123387" cy="2360771"/>
          </a:xfrm>
          <a:prstGeom prst="rect">
            <a:avLst/>
          </a:prstGeom>
          <a:solidFill>
            <a:schemeClr val="bg1"/>
          </a:solidFill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b="1" dirty="0">
                <a:latin typeface="Castellar" panose="020A0402060406010301" pitchFamily="18" charset="0"/>
              </a:rPr>
              <a:t>The Bottom Line: Brackets were built to be unpredictable </a:t>
            </a:r>
            <a:r>
              <a:rPr lang="en-US" sz="2400" b="1" dirty="0">
                <a:latin typeface="Castellar" panose="020A0402060406010301" pitchFamily="18" charset="0"/>
                <a:sym typeface="Wingdings" panose="05000000000000000000" pitchFamily="2" charset="2"/>
              </a:rPr>
              <a:t> </a:t>
            </a:r>
            <a:r>
              <a:rPr lang="en-US" sz="2400" b="1" dirty="0">
                <a:latin typeface="Castellar" panose="020A0402060406010301" pitchFamily="18" charset="0"/>
              </a:rPr>
              <a:t>that’s why it’s called </a:t>
            </a:r>
            <a:r>
              <a:rPr lang="en-US" sz="2400" b="1" i="1" u="sng" dirty="0">
                <a:latin typeface="Castellar" panose="020A0402060406010301" pitchFamily="18" charset="0"/>
              </a:rPr>
              <a:t>March Madness!</a:t>
            </a: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sz="2400" dirty="0">
                <a:latin typeface="+mj-lt"/>
              </a:rPr>
              <a:t>There are 23% less grains of sand on Earth than bracket combinations. 9.2 Quintillion!</a:t>
            </a: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2400" b="1" i="0" strike="noStrike" cap="none" normalizeH="0" baseline="0" dirty="0">
                <a:ln>
                  <a:noFill/>
                </a:ln>
                <a:effectLst/>
                <a:latin typeface="+mj-lt"/>
              </a:rPr>
              <a:t>11 Seeds</a:t>
            </a:r>
            <a:r>
              <a:rPr kumimoji="0" lang="en-US" sz="2400" i="0" strike="noStrike" cap="none" normalizeH="0" baseline="0" dirty="0">
                <a:ln>
                  <a:noFill/>
                </a:ln>
                <a:effectLst/>
                <a:latin typeface="+mj-lt"/>
              </a:rPr>
              <a:t> historically have significantly more success than 5-10 seeds.</a:t>
            </a: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sz="2400" dirty="0">
                <a:latin typeface="+mj-lt"/>
              </a:rPr>
              <a:t>College basketball is an </a:t>
            </a:r>
            <a:r>
              <a:rPr lang="en-US" sz="2400" b="1" dirty="0">
                <a:latin typeface="+mj-lt"/>
              </a:rPr>
              <a:t>everchanging league. </a:t>
            </a:r>
            <a:r>
              <a:rPr lang="en-US" sz="2400" dirty="0">
                <a:latin typeface="+mj-lt"/>
              </a:rPr>
              <a:t>Higher three-point shooting rates and the transfer portal growth only scrape the surface of the sport’s transformation.</a:t>
            </a:r>
            <a:endParaRPr kumimoji="0" lang="en-US" sz="2400" i="0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sz="2400" b="1" i="0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pic>
        <p:nvPicPr>
          <p:cNvPr id="1053" name="Picture 12" descr="UC San Diego Tritons Primary Logo ...">
            <a:extLst>
              <a:ext uri="{FF2B5EF4-FFF2-40B4-BE49-F238E27FC236}">
                <a16:creationId xmlns:a16="http://schemas.microsoft.com/office/drawing/2014/main" id="{01A1085A-578D-06C2-AE92-56014038AE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80906" y="10813845"/>
            <a:ext cx="2513591" cy="2513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4" name="Rectangle 1053">
            <a:extLst>
              <a:ext uri="{FF2B5EF4-FFF2-40B4-BE49-F238E27FC236}">
                <a16:creationId xmlns:a16="http://schemas.microsoft.com/office/drawing/2014/main" id="{66AA4C03-30AA-A860-54A7-A0F3A6075EB6}"/>
              </a:ext>
            </a:extLst>
          </p:cNvPr>
          <p:cNvSpPr/>
          <p:nvPr/>
        </p:nvSpPr>
        <p:spPr bwMode="auto">
          <a:xfrm>
            <a:off x="25494701" y="13387545"/>
            <a:ext cx="2286000" cy="1587738"/>
          </a:xfrm>
          <a:prstGeom prst="rect">
            <a:avLst/>
          </a:prstGeom>
          <a:solidFill>
            <a:srgbClr val="003057"/>
          </a:solidFill>
          <a:ln w="38100" cap="flat" cmpd="sng" algn="ctr">
            <a:solidFill>
              <a:srgbClr val="F2A9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150000"/>
              </a:lnSpc>
            </a:pPr>
            <a:r>
              <a:rPr lang="en-US" sz="1800" b="1" u="sng" dirty="0">
                <a:solidFill>
                  <a:srgbClr val="FFFFFF"/>
                </a:solidFill>
              </a:rPr>
              <a:t>2025 Cinderella Pick</a:t>
            </a:r>
            <a:endParaRPr kumimoji="0" lang="en-US" sz="14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" charset="0"/>
            </a:endParaRPr>
          </a:p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" charset="0"/>
              </a:rPr>
              <a:t>Most of my models advanced UC San Diego to the S16. </a:t>
            </a:r>
          </a:p>
          <a:p>
            <a:pPr marR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400" b="1" dirty="0">
                <a:solidFill>
                  <a:srgbClr val="FFFFFF"/>
                </a:solidFill>
              </a:rPr>
              <a:t>They lost valiantly to Michigan 68-65 in the R64.</a:t>
            </a:r>
          </a:p>
        </p:txBody>
      </p:sp>
      <p:pic>
        <p:nvPicPr>
          <p:cNvPr id="1055" name="Picture 14" descr="Step Into My Office: Tyrese Haliburton - Wide Right &amp; Natty Lite">
            <a:extLst>
              <a:ext uri="{FF2B5EF4-FFF2-40B4-BE49-F238E27FC236}">
                <a16:creationId xmlns:a16="http://schemas.microsoft.com/office/drawing/2014/main" id="{653BCC04-E075-A560-86E9-2B09E97C38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84" r="37855"/>
          <a:stretch/>
        </p:blipFill>
        <p:spPr bwMode="auto">
          <a:xfrm>
            <a:off x="34061400" y="15445988"/>
            <a:ext cx="1698110" cy="3947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7" name="Picture 1056">
            <a:extLst>
              <a:ext uri="{FF2B5EF4-FFF2-40B4-BE49-F238E27FC236}">
                <a16:creationId xmlns:a16="http://schemas.microsoft.com/office/drawing/2014/main" id="{5092D361-538B-7410-B816-05B9BD954C89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9856102" y="6786336"/>
            <a:ext cx="4984472" cy="1732165"/>
          </a:xfrm>
          <a:prstGeom prst="rect">
            <a:avLst/>
          </a:prstGeom>
        </p:spPr>
      </p:pic>
      <p:sp>
        <p:nvSpPr>
          <p:cNvPr id="1058" name="Rectangle 1057">
            <a:extLst>
              <a:ext uri="{FF2B5EF4-FFF2-40B4-BE49-F238E27FC236}">
                <a16:creationId xmlns:a16="http://schemas.microsoft.com/office/drawing/2014/main" id="{F70A37A3-9BA4-9F8D-1BF1-FAA79B7D6628}"/>
              </a:ext>
            </a:extLst>
          </p:cNvPr>
          <p:cNvSpPr/>
          <p:nvPr/>
        </p:nvSpPr>
        <p:spPr bwMode="auto">
          <a:xfrm>
            <a:off x="18637503" y="13716000"/>
            <a:ext cx="2276279" cy="728885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rPr>
              <a:t>Training: 2003-15</a:t>
            </a: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/>
              <a:t>Testing: 2016-2024</a:t>
            </a:r>
            <a:endParaRPr kumimoji="0" 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1975</TotalTime>
  <Words>163</Words>
  <Application>Microsoft Office PowerPoint</Application>
  <PresentationFormat>Custom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Alegreya</vt:lpstr>
      <vt:lpstr>Aptos</vt:lpstr>
      <vt:lpstr>Arial</vt:lpstr>
      <vt:lpstr>Castellar</vt:lpstr>
      <vt:lpstr>Times</vt:lpstr>
      <vt:lpstr>Wingdings</vt:lpstr>
      <vt:lpstr>Blank Presentation</vt:lpstr>
      <vt:lpstr>PowerPoint Presentation</vt:lpstr>
    </vt:vector>
  </TitlesOfParts>
  <Company>ISU Printing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 Louden</dc:creator>
  <cp:lastModifiedBy>Evan Litzer</cp:lastModifiedBy>
  <cp:revision>23</cp:revision>
  <cp:lastPrinted>2005-05-04T14:31:29Z</cp:lastPrinted>
  <dcterms:created xsi:type="dcterms:W3CDTF">2016-12-19T17:37:43Z</dcterms:created>
  <dcterms:modified xsi:type="dcterms:W3CDTF">2025-05-07T19:55:03Z</dcterms:modified>
</cp:coreProperties>
</file>